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EA23A-2D55-423D-9AD7-F9E6BCDC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D482E9-28DF-4F01-BB87-CE1EB750A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54068F-FEE0-4CDD-A565-3E598600F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8290A-4390-4515-A8A7-C10694D37BD8}" type="datetimeFigureOut">
              <a:rPr lang="ko-KR" altLang="en-US" smtClean="0"/>
              <a:t>2020-04-30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4F6DCE-2A6D-4088-A1C8-5F19C7631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B6A397-3407-4E38-AF06-9C8F32A6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9593-F1DD-42AC-B13F-37B526468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70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DBB413-11A5-4C23-BEC5-321DA298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5988A4-5AB9-4B41-9B5D-7096B5BAA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4453E5-329F-44CA-A641-883E388CE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8290A-4390-4515-A8A7-C10694D37BD8}" type="datetimeFigureOut">
              <a:rPr lang="ko-KR" altLang="en-US" smtClean="0"/>
              <a:t>2020-04-30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33700E-7B16-45BA-8330-0010385AF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1681D8-BF14-408C-8C4C-6AEEB37B3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9593-F1DD-42AC-B13F-37B526468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9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881846-57B0-4E33-8DF1-3AA04702D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BA89ED-5168-4711-88CB-B3103D81D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DB32BE-FDD5-4032-9E20-24305D33B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8290A-4390-4515-A8A7-C10694D37BD8}" type="datetimeFigureOut">
              <a:rPr lang="ko-KR" altLang="en-US" smtClean="0"/>
              <a:t>2020-04-30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88F213-5835-4014-BFCC-B22ED426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3E4C10-F13B-4837-8AE7-2884CDDCD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9593-F1DD-42AC-B13F-37B526468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458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8C8EE-4978-48A8-B9C4-15C82B606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4F40AA-EE9F-4912-BDB2-4A0494B8C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F3B274-DA8B-481A-B4F1-C2DA34E0F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51358E-D79C-4A70-A86A-AD5BFD3A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8290A-4390-4515-A8A7-C10694D37BD8}" type="datetimeFigureOut">
              <a:rPr lang="ko-KR" altLang="en-US" smtClean="0"/>
              <a:t>2020-04-30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2BC0AC-AF65-49FE-B0EF-8BFEA7552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F71215-FE2D-48BF-9DF2-DA961BF3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9593-F1DD-42AC-B13F-37B526468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083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88494-063D-4281-8E5F-9A927C304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77835E-2365-4E63-A577-70F942C12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1F3169-A75A-4E64-B037-6E13E5F35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A674DB-24A9-48D2-9EE2-D558A4DF2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616F76-21D6-4105-83A6-0F14DDB59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BEC5F2-5AFE-4D8F-A8FD-E41989DD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8290A-4390-4515-A8A7-C10694D37BD8}" type="datetimeFigureOut">
              <a:rPr lang="ko-KR" altLang="en-US" smtClean="0"/>
              <a:t>2020-04-30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137F56-FAA4-4154-BA59-67989FBCC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DC1555-20C3-4994-AD30-FECDBB9E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9593-F1DD-42AC-B13F-37B526468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231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A88A40-5856-448A-9AA5-6AB6C070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FB3F2F2-0097-432C-AAA6-4F1597E09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8290A-4390-4515-A8A7-C10694D37BD8}" type="datetimeFigureOut">
              <a:rPr lang="ko-KR" altLang="en-US" smtClean="0"/>
              <a:t>2020-04-30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FFD7EC-B5B1-4C56-B74E-FE2EC74A9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C16044-DC96-42C7-94BF-02EEC07A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9593-F1DD-42AC-B13F-37B526468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281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503C53-189B-4D19-B94D-F0E76D86E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8290A-4390-4515-A8A7-C10694D37BD8}" type="datetimeFigureOut">
              <a:rPr lang="ko-KR" altLang="en-US" smtClean="0"/>
              <a:t>2020-04-30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BE781D5-8825-42D6-9AC9-9421CCD8E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7E912A-D0CD-4C7A-97C5-52A4BFFAF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9593-F1DD-42AC-B13F-37B526468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05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80CCC7-359F-42D9-8A58-962067AC6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00C1C6-4011-4CDD-BBA0-CDD45D8EE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B385F1-C3B5-4797-83A6-4EDD002C8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D4E324-9F2A-4C48-BDAE-6172903E4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8290A-4390-4515-A8A7-C10694D37BD8}" type="datetimeFigureOut">
              <a:rPr lang="ko-KR" altLang="en-US" smtClean="0"/>
              <a:t>2020-04-30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FB3C92-A105-4338-9658-859785B79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9364F7-FAB5-49DD-8597-0E7AE8F41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9593-F1DD-42AC-B13F-37B526468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864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44083-89E6-4D9F-918C-4DF2EDA1D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F9CC12-D517-4FF5-9FB9-1F337EF4B1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C79C61-9B0B-44B3-B67E-D37A847F1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8AC64F-FA41-43F0-B719-AC96FA00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8290A-4390-4515-A8A7-C10694D37BD8}" type="datetimeFigureOut">
              <a:rPr lang="ko-KR" altLang="en-US" smtClean="0"/>
              <a:t>2020-04-30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E789AB-BFC5-4A62-9F3D-E7CA7820B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42AF0F-6780-4C7B-AAFA-B57FE321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9593-F1DD-42AC-B13F-37B526468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736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1F909-53AD-4509-9475-642899432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94896D-0989-46AD-AF05-9E2B0210E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73B6C3-1D4D-4A8D-AD97-08E7CC14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8290A-4390-4515-A8A7-C10694D37BD8}" type="datetimeFigureOut">
              <a:rPr lang="ko-KR" altLang="en-US" smtClean="0"/>
              <a:t>2020-04-30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513699-A175-4D10-A75A-19ABE7655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53D465-28AD-4216-AF84-817C32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9593-F1DD-42AC-B13F-37B526468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715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CBF23E9-B317-45D1-AE62-52974C68F3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D21877-AB75-458F-9517-55456AEEF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23F175-E7AD-4AD7-877B-BA350A6C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8290A-4390-4515-A8A7-C10694D37BD8}" type="datetimeFigureOut">
              <a:rPr lang="ko-KR" altLang="en-US" smtClean="0"/>
              <a:t>2020-04-30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47EB3C-EFD7-4139-8433-A84D11DC1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410157-2586-490E-A2B0-78A8D68B7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9593-F1DD-42AC-B13F-37B526468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086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1AB5BA7-78D9-4ABD-B804-E054D753C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CED5C-6FBF-4466-9D80-CDBEEA44F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A8E1DD-D276-4451-A4F2-7EBA9DEFA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8290A-4390-4515-A8A7-C10694D37BD8}" type="datetimeFigureOut">
              <a:rPr lang="ko-KR" altLang="en-US" smtClean="0"/>
              <a:t>2020-04-30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4A16ED-AAEE-4212-9BB9-91758FC98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1C04F6-80E1-4B2E-83BA-80A15A568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89593-F1DD-42AC-B13F-37B526468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053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2149E-F919-4885-AF51-4B3C60DD2A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Polaron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767EDA-2A50-40F1-A109-A05D129D8F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2020 04 25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6261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E01B0-3E1A-4C1F-AA7E-BF0DEC5E7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Calculation technic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8CC207F-E2CB-4D35-939A-8CDD6C96F8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𝑖</m:t>
                      </m:r>
                      <m:nary>
                        <m:nary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ko-KR" sz="18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altLang="ko-KR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ko-KR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8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8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sub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{"/>
                              <m:endChr m:val="}"/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𝑖𝑡</m:t>
                                  </m:r>
                                  <m:sSub>
                                    <m:sSub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ko-KR" sz="18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sub>
                                  </m:sSub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ko-KR" sz="18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sub>
                                    <m:sup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ko-KR" sz="18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sub>
                                    <m:sup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  <m:t>𝑖𝑡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𝜔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𝒒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ko-KR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𝒒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𝜔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𝒒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ko-KR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𝒒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  <m:t>𝑖𝑡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𝜔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𝒒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ko-KR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𝒒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𝜔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𝒒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ko-KR" sz="1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sz="1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18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𝒒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ko-KR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altLang="ko-KR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=0,  </m:t>
                      </m:r>
                      <m:sSubSup>
                        <m:sSubSupPr>
                          <m:ctrlPr>
                            <a:rPr lang="en-US" altLang="ko-KR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ko-KR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altLang="ko-KR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altLang="ko-KR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sz="18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′′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sz="1800" dirty="0"/>
              </a:p>
              <a:p>
                <a:pPr marL="0" indent="0">
                  <a:buNone/>
                </a:pPr>
                <a:endParaRPr lang="en-US" altLang="ko-KR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800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{"/>
                              <m:endChr m:val="}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d>
                                    <m:d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0" b="1" i="1" smtClean="0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0" b="1" i="1" smtClean="0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ko-KR" sz="1800" b="1" i="1" smtClean="0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d>
                                    <m:d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0" b="1" i="1" smtClean="0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0" b="1" i="1" smtClean="0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ko-KR" sz="1800" b="1" i="1" smtClean="0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d>
                                    <m:d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0" b="1" i="1" smtClean="0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0" b="1" i="1" smtClean="0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1800" dirty="0"/>
              </a:p>
              <a:p>
                <a:pPr marL="0" indent="0">
                  <a:buNone/>
                </a:pPr>
                <a:endParaRPr lang="ko-KR" altLang="en-US" sz="18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8CC207F-E2CB-4D35-939A-8CDD6C96F8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b="-287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7761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B3556-5F8E-4DFE-AD76-F8C11DD87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Calculation technic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40E06CC-F258-4ED9-BB5E-5BAD30792F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dirty="0"/>
                  <a:t>At the zero temperature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begChr m:val="{"/>
                              <m:endChr m:val="}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1" i="1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1" i="1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In the optical phonon case and the linear dispersion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=ℏ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𝝂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altLang="ko-KR" b="1" dirty="0"/>
              </a:p>
              <a:p>
                <a:pPr marL="0" indent="0">
                  <a:buNone/>
                </a:pPr>
                <a:endParaRPr lang="en-US" altLang="ko-KR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ko-KR" b="1" dirty="0"/>
              </a:p>
              <a:p>
                <a:pPr marL="0" indent="0">
                  <a:buNone/>
                </a:pPr>
                <a:endParaRPr lang="ko-KR" altLang="en-US" b="1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40E06CC-F258-4ED9-BB5E-5BAD30792F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5BEF9E18-D4C3-49F8-84D1-A5470537F8C8}"/>
              </a:ext>
            </a:extLst>
          </p:cNvPr>
          <p:cNvSpPr/>
          <p:nvPr/>
        </p:nvSpPr>
        <p:spPr>
          <a:xfrm>
            <a:off x="6271591" y="4552122"/>
            <a:ext cx="2027583" cy="11330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6CBAC3-7B36-4EFF-A40F-8CA7BA4D352A}"/>
                  </a:ext>
                </a:extLst>
              </p:cNvPr>
              <p:cNvSpPr txBox="1"/>
              <p:nvPr/>
            </p:nvSpPr>
            <p:spPr>
              <a:xfrm>
                <a:off x="695739" y="5888247"/>
                <a:ext cx="6087051" cy="9697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Which is a just Fourier transform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ko-KR" dirty="0"/>
              </a:p>
              <a:p>
                <a:r>
                  <a:rPr lang="en-US" altLang="ko-KR" dirty="0"/>
                  <a:t>All the quantities related to the model is included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6CBAC3-7B36-4EFF-A40F-8CA7BA4D3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39" y="5888247"/>
                <a:ext cx="6087051" cy="969753"/>
              </a:xfrm>
              <a:prstGeom prst="rect">
                <a:avLst/>
              </a:prstGeom>
              <a:blipFill>
                <a:blip r:embed="rId3"/>
                <a:stretch>
                  <a:fillRect l="-801" t="-3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462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CB2390-F807-44D8-ACC9-E6E41D95A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Core state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07A8FCE-A0C9-4CBC-A727-714E9ADF7B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96185"/>
                <a:ext cx="51562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→0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Core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state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limit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07A8FCE-A0C9-4CBC-A727-714E9ADF7B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96185"/>
                <a:ext cx="51562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11F40EB-F086-4453-B01C-711F93B78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6868" y="1795145"/>
            <a:ext cx="5801784" cy="4351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BD6C76A5-17AA-4731-A1E2-2EA741E2C010}"/>
                  </a:ext>
                </a:extLst>
              </p:cNvPr>
              <p:cNvSpPr/>
              <p:nvPr/>
            </p:nvSpPr>
            <p:spPr>
              <a:xfrm>
                <a:off x="1448953" y="2105164"/>
                <a:ext cx="4099648" cy="103380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sub>
                            <m:sup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BD6C76A5-17AA-4731-A1E2-2EA741E2C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953" y="2105164"/>
                <a:ext cx="4099648" cy="10338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4021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A209C5-9B64-4A76-89C2-4E40D155A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edge state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CCEE020-2267-453D-9CA3-1DD07BA03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8121" y="1690688"/>
            <a:ext cx="6135181" cy="4601385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972F1873-2B8A-4EBE-9727-280E265732AE}"/>
                  </a:ext>
                </a:extLst>
              </p:cNvPr>
              <p:cNvSpPr/>
              <p:nvPr/>
            </p:nvSpPr>
            <p:spPr>
              <a:xfrm>
                <a:off x="838200" y="1825625"/>
                <a:ext cx="4099648" cy="103380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bSup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ko-KR" sz="2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  <m:sup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972F1873-2B8A-4EBE-9727-280E265732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4099648" cy="10338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286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8335</TotalTime>
  <Words>115</Words>
  <Application>Microsoft Office PowerPoint</Application>
  <PresentationFormat>와이드스크린</PresentationFormat>
  <Paragraphs>30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Cambria Math</vt:lpstr>
      <vt:lpstr>Office 테마</vt:lpstr>
      <vt:lpstr>Polaron</vt:lpstr>
      <vt:lpstr>Calculation technic</vt:lpstr>
      <vt:lpstr>Calculation technic</vt:lpstr>
      <vt:lpstr>Core state</vt:lpstr>
      <vt:lpstr>edge state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Polaron</dc:title>
  <dc:creator>지원 전</dc:creator>
  <cp:lastModifiedBy>Jeonjiwon</cp:lastModifiedBy>
  <cp:revision>16</cp:revision>
  <dcterms:created xsi:type="dcterms:W3CDTF">2020-04-25T07:35:31Z</dcterms:created>
  <dcterms:modified xsi:type="dcterms:W3CDTF">2020-05-04T04:27:28Z</dcterms:modified>
</cp:coreProperties>
</file>